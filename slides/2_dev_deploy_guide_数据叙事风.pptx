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104900"/>
            <a:ext cx="82387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2_dev_deploy_guide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33400" y="17907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981200"/>
            <a:ext cx="8238744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与 Ship 双支柱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3400" y="2571750"/>
            <a:ext cx="8238744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把你的 PRD,变成一个手机能打开、能对话的公网应用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316230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IT · SHIP 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面向零编程/前端/后端/部署经验的心理与教育本科生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· I2I 全程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你已经想清楚、评明白;现在把它做出来、送上线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19335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064" y="1828800"/>
            <a:ext cx="1972247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14064" y="2190750"/>
            <a:ext cx="197224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447925" y="2000250"/>
            <a:ext cx="15544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81275" y="1676400"/>
            <a:ext cx="1933575" cy="9144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61939" y="1828800"/>
            <a:ext cx="1972247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561939" y="2190750"/>
            <a:ext cx="197224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做出来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495800" y="2000250"/>
            <a:ext cx="15544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29150" y="1676400"/>
            <a:ext cx="1933575" cy="9144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09814" y="1828800"/>
            <a:ext cx="1972247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09814" y="2190750"/>
            <a:ext cx="197224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送上线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543675" y="2000250"/>
            <a:ext cx="15544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77025" y="1676400"/>
            <a:ext cx="19335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57689" y="1828800"/>
            <a:ext cx="1972247" cy="28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Impact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57689" y="2190750"/>
            <a:ext cx="197224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影响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2857500"/>
            <a:ext cx="3962400" cy="6096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5800" y="2990850"/>
            <a:ext cx="349758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36918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Idea 定义 + 评估(已完成)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48200" y="2857500"/>
            <a:ext cx="3962400" cy="6096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00600" y="2990850"/>
            <a:ext cx="349758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2_dev_deploy_guide(本模块)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00600" y="3200400"/>
            <a:ext cx="36918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Build 做出来 + Ship 送上线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3400" y="37338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目标产出:一个任何人手机都能打开、能对话的公网心理/教育智能体 + 一份结项技术文档。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 · THREE LAYERS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三层架构:前端 → 后端 → 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 FRONTEND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一张聊天页(静态)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用户看到的界面;公开,绝不放 key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669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 BACKEND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 agent 服务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 harness、藏 key、代理模型;是安全的守门人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 MODEL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OpenRouter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真正生成回复;key 只在后端 env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67150"/>
            <a:ext cx="8077200" cy="400050"/>
          </a:xfrm>
          <a:prstGeom prst="rect">
            <a:avLst/>
          </a:prstGeom>
          <a:solidFill>
            <a:srgbClr val="FBECEA"/>
          </a:solidFill>
          <a:ln w="9525">
            <a:solidFill>
              <a:srgbClr val="B03A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850" y="3971925"/>
            <a:ext cx="7888986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🔑 key 铁律:API key 只能待在后端环境变量,前端是公开的、任何人能看源码。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后端地基 · YOUR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后端不用从零:就是你在模块 1 造的 mini CC harness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1925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4850" y="1743075"/>
            <a:ext cx="29146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c0 JSON 协议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676650" y="1752600"/>
            <a:ext cx="4838319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结构化输出,前端稳定解析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533400" y="217170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4850" y="2295525"/>
            <a:ext cx="29146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c1 工具箱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676650" y="2305050"/>
            <a:ext cx="4838319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读写文件 + 领域工具(查量表/存日记)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533400" y="2724150"/>
            <a:ext cx="8077200" cy="47625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2847975"/>
            <a:ext cx="29146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c3 子 agent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676650" y="2857500"/>
            <a:ext cx="4838319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安全复核层 = 1_DEFINE E4 自检环落地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533400" y="327660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4850" y="3400425"/>
            <a:ext cx="29146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c4 压缩 / c5 权限门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676650" y="3409950"/>
            <a:ext cx="4838319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长对话不爆 · 危险动作要人批准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533400" y="38481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改造只做三件事:input() 循环 → /api/chat;key 走 env;去掉 bash 只留白名单工具。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参考架构 · THREE TIERS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三个真实项目,三档参考架构(都用 Railway)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入门 · 小智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 + 离线兜底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 静态导出 + CompositeProvider 优雅降级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9050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· HEAI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Vanilla + FastAPI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本模块默认样板;+ 证据引用 grounding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进阶 · AGENT LEO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 全栈 + 多agent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Supabase + Claude 代理 + 匿名优先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想快上线→学小智/端到端示例;要 Python 后端→学 HEAI;要多 agent/账号→参考 Leo。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PILLAR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做出来 · BUILD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你是导演,不是码农 —— 指挥 Claude Code 写,你把关架构与安全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产出:一个本地跑得通、带安全复核的全栈 MVP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B0 · 你是导演不是码农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零编程也能做:你负责三件工程师替不了的事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看懂架构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前端/后端/模型怎么连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知道谁调用谁、key 藏哪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669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守住安全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不进前端 · 危机必拦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grep sk- 为零 · 危机转介置顶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把关体验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语气/边界/降级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像你的产品,而不是通用 bot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481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写代码交给 Claude Code;定义问题、守安全、做判断——永远是你。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B1 · 装配后端 AGENT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harness 为底,按 PRD 装上你的专业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装什么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39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agent.md(人设三段式)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领域 skills(如正念/CBT)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危机转介 skill —— 置顶必备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68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开哪个支柱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768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c3 子 agent = 安全自检复核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要工具 → 回 c1 工具箱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长对话 → 回 c4 压缩</a:t>
            </a:r>
            <a:endParaRPr lang="en-US" sz="1088" dirty="0"/>
          </a:p>
        </p:txBody>
      </p:sp>
      <p:sp>
        <p:nvSpPr>
          <p:cNvPr id="12" name="Text 10"/>
          <p:cNvSpPr/>
          <p:nvPr/>
        </p:nvSpPr>
        <p:spPr>
          <a:xfrm>
            <a:off x="533400" y="4476750"/>
            <a:ext cx="8238744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参照运行示例 backend/agent.md + skills/skill_危机转介.md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B2 · 后端服务化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harness 从 input() 循环,变成 /api/chat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257175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76400"/>
            <a:ext cx="38100" cy="17335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478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无状态接口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383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 /api/chat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0505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前端传 messages → 后端跑一轮 → 回 reply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76400"/>
            <a:ext cx="257175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76400"/>
            <a:ext cx="38100" cy="17335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478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走 ENV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383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os.environ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绝不写死;去掉 bash,只留白名单工具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76400"/>
            <a:ext cx="257175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76400"/>
            <a:ext cx="38100" cy="17335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478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永不崩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383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优雅降级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调不通返回兜底话术,不给用户 500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486150"/>
            <a:ext cx="8077200" cy="457200"/>
          </a:xfrm>
          <a:prstGeom prst="rect">
            <a:avLst/>
          </a:prstGeom>
          <a:solidFill>
            <a:srgbClr val="FBECEA"/>
          </a:solidFill>
          <a:ln w="9525">
            <a:solidFill>
              <a:srgbClr val="B03A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850" y="3600450"/>
            <a:ext cx="7888986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危机一票否决由</a:t>
            </a:r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确定性代码</a:t>
            </a:r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is_crisis() 在入口/出口各兜一次——模型可能失手,代码不能失守。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B3 · 前端界面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三句话,让 Claude Code 生成你的聊天页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提示词三句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39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做什么页:一个聊天界面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什么风格:贴你项目(温暖/专业)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连哪个后端:调 /api/chat</a:t>
            </a:r>
            <a:endParaRPr lang="en-US" sz="1088" dirty="0"/>
          </a:p>
        </p:txBody>
      </p:sp>
      <p:sp>
        <p:nvSpPr>
          <p:cNvPr id="8" name="Text 6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两个必加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768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危机求助按钮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(把安全做进界面)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优雅降级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:后端连不上不白屏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(小智 CompositeProvider 思想)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533400" y="4476750"/>
            <a:ext cx="8238744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参照运行示例 frontend/index.html(纯静态,零 key)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B4 · 连通与安全自检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上线前,先在本地把安全关走一遍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714500"/>
            <a:ext cx="5440680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grep -rniE "sk-[a-z0-9]{16}"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33400" y="2114550"/>
            <a:ext cx="544068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前端目录必须为零。前端是公开的,key 只能在后端。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867400" y="1695450"/>
            <a:ext cx="2209800" cy="224790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6950" y="1866900"/>
            <a:ext cx="184594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四条自检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76950" y="2171700"/>
            <a:ext cx="1809750" cy="1026319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21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前端只调 /api/chat</a:t>
            </a:r>
            <a:endParaRPr lang="en-US" sz="1013" dirty="0"/>
          </a:p>
          <a:p>
            <a:pPr algn="l" marL="85725" indent="-85725">
              <a:lnSpc>
                <a:spcPts val="1721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无任何 sk-</a:t>
            </a:r>
            <a:endParaRPr lang="en-US" sz="1013" dirty="0"/>
          </a:p>
          <a:p>
            <a:pPr algn="l" marL="85725" indent="-85725">
              <a:lnSpc>
                <a:spcPts val="1721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CORS 配好</a:t>
            </a:r>
            <a:endParaRPr lang="en-US" sz="1013" dirty="0"/>
          </a:p>
          <a:p>
            <a:pPr algn="l" marL="85725" indent="-85725">
              <a:lnSpc>
                <a:spcPts val="1721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错误有兜底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533400" y="2857500"/>
            <a:ext cx="524637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产出:一个本地跑通的全栈 MVP——下一支柱,把它送上线。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PILLAR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送上线 · SHIP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不上线 = 没有 impact:让世界用手机就能打开你的作品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 Pages(前端)+ Railway(后端)+ Vercel(免费替代)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S0 · 静态 VS 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先分清:你要上线的是哪一种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 STATIC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239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只有界面/展示,不真调模型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GitHub Pages,免费最简单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作品集、说明页、demo 截图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86300" y="1695450"/>
            <a:ext cx="47625" cy="22098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68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 DYNAMIC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8768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要真对话:调模型/存数据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后端 Railway(默认,Python 友好)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藏后端环境变量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533400" y="4476750"/>
            <a:ext cx="8238744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成本:Pages/Vercel 免费;Railway ~$5 试用/hobby(非永久免费),要零成本用 Vercel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 · GITHUB PAGES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静态展示上线:推上去就有网址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0" y="1828800"/>
            <a:ext cx="175850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47700" y="2076450"/>
            <a:ext cx="1758506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建仓库</a:t>
            </a:r>
            <a:endParaRPr lang="en-US" sz="1088" dirty="0"/>
          </a:p>
        </p:txBody>
      </p:sp>
      <p:sp>
        <p:nvSpPr>
          <p:cNvPr id="8" name="Text 6"/>
          <p:cNvSpPr/>
          <p:nvPr/>
        </p:nvSpPr>
        <p:spPr>
          <a:xfrm>
            <a:off x="647700" y="2400300"/>
            <a:ext cx="175850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前端代码 push 到 GitHub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2581275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95575" y="1828800"/>
            <a:ext cx="175850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695575" y="2076450"/>
            <a:ext cx="1758506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 Pages</a:t>
            </a:r>
            <a:endParaRPr lang="en-US" sz="1088" dirty="0"/>
          </a:p>
        </p:txBody>
      </p:sp>
      <p:sp>
        <p:nvSpPr>
          <p:cNvPr id="12" name="Text 10"/>
          <p:cNvSpPr/>
          <p:nvPr/>
        </p:nvSpPr>
        <p:spPr>
          <a:xfrm>
            <a:off x="2695575" y="2400300"/>
            <a:ext cx="175850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Settings → Pages 选分支</a:t>
            </a:r>
            <a:endParaRPr lang="en-US" sz="938" dirty="0"/>
          </a:p>
        </p:txBody>
      </p:sp>
      <p:sp>
        <p:nvSpPr>
          <p:cNvPr id="13" name="Text 11"/>
          <p:cNvSpPr/>
          <p:nvPr/>
        </p:nvSpPr>
        <p:spPr>
          <a:xfrm>
            <a:off x="4629150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43450" y="1828800"/>
            <a:ext cx="175850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43450" y="2076450"/>
            <a:ext cx="1758506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等构建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4743450" y="2400300"/>
            <a:ext cx="175850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拿到 username.github.io URL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6677025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91325" y="1828800"/>
            <a:ext cx="175850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791325" y="2076450"/>
            <a:ext cx="1758506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分享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6791325" y="2400300"/>
            <a:ext cx="175850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发链接,谁都能打开</a:t>
            </a:r>
            <a:endParaRPr lang="en-US" sz="938" dirty="0"/>
          </a:p>
        </p:txBody>
      </p:sp>
      <p:sp>
        <p:nvSpPr>
          <p:cNvPr id="21" name="Text 19"/>
          <p:cNvSpPr/>
          <p:nvPr/>
        </p:nvSpPr>
        <p:spPr>
          <a:xfrm>
            <a:off x="533400" y="33528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免费、你已在用 GitHub、纯静态最省事——路演前先把展示页挂上去。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· 后端上线 RAILWAY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 → Railway:Python 自动识别,一键部署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1914525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0" y="1809750"/>
            <a:ext cx="175850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47700" y="2057400"/>
            <a:ext cx="1758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 GitHub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7700" y="2381250"/>
            <a:ext cx="17585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Deploy from repo,选后端目录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81275" y="1676400"/>
            <a:ext cx="1914525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95575" y="1809750"/>
            <a:ext cx="175850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695575" y="2057400"/>
            <a:ext cx="1758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自动识别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5575" y="2381250"/>
            <a:ext cx="17585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Nixpacks 认出 Python,装 requirements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29150" y="1676400"/>
            <a:ext cx="1914525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43450" y="1809750"/>
            <a:ext cx="175850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43450" y="2057400"/>
            <a:ext cx="1758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 key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43450" y="2381250"/>
            <a:ext cx="17585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Variables 填 OPENROUTER_API_KEY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7025" y="1676400"/>
            <a:ext cx="1914525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91325" y="1809750"/>
            <a:ext cx="175850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791325" y="2057400"/>
            <a:ext cx="1758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拿域名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91325" y="2381250"/>
            <a:ext cx="17585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xxx.up.railway.app + /api/health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3400" y="34480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HEAI/renben.ai 同款栈。零成本替代:Vercel(Node serverless)。key 只在 Variables,不进代码。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· 整体上线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前端接后端:改一行 + 配 CORS + 手机测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669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改前端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 = Railway 域名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前端指向你的后端公网地址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 CORS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371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 CORS_ORIGINS = Pages 域名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否则浏览器拦跨域,聊不起来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手机测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换设备打开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很多用户在手机;跨设备验证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481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产出:任何人用手机点开链接,就能和你的 agent 对话——这就是 impact 的起点。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· 上线检查与结项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上线前,逐条勾选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19250"/>
            <a:ext cx="8077200" cy="23050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3733800" cy="914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密钥:grep sk- 为零 · key 在 Variables · git 历史无 key</a:t>
            </a:r>
            <a:endParaRPr lang="en-US" sz="10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可用:URL 能开 · 能对话 · 手机测过</a:t>
            </a:r>
            <a:endParaRPr lang="en-US" sz="10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合规:AI 身份披露 · 隐私说明 · 危机热线 12356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91050" y="1809750"/>
            <a:ext cx="3733800" cy="914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降级:后端挂了有兜底,不白屏</a:t>
            </a:r>
            <a:endParaRPr lang="en-US" sz="10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文档:README 三要素(是什么/怎么用/谁做的)</a:t>
            </a:r>
            <a:endParaRPr lang="en-US" sz="10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结项:技术架构图 + 部署说明 + 复现步骤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40386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国内长期给用户用 → 可迁腾讯云/阿里云(需实名+少量费用)。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端到端示例 · 考前3分钟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一个能跑的最小骨架:PRD → 公网 URL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4914900" cy="2247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47850"/>
            <a:ext cx="456628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架构(= HEAI 简化版)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23900" y="2133600"/>
            <a:ext cx="4476750" cy="1085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38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 index.html(静态,无 key)→ GitHub Pages</a:t>
            </a:r>
            <a:endParaRPr lang="en-US" sz="1050" dirty="0"/>
          </a:p>
          <a:p>
            <a:pPr algn="l" marL="85725" indent="-85725">
              <a:lnSpc>
                <a:spcPts val="1838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 main.py(FastAPI 包 harness)→ Railway</a:t>
            </a:r>
            <a:endParaRPr lang="en-US" sz="1050" dirty="0"/>
          </a:p>
          <a:p>
            <a:pPr algn="l" marL="85725" indent="-85725">
              <a:lnSpc>
                <a:spcPts val="1838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危机 is_crisis() 确定性拦截 + c3 子agent复核</a:t>
            </a:r>
            <a:endParaRPr lang="en-US" sz="1050" dirty="0"/>
          </a:p>
          <a:p>
            <a:pPr algn="l" marL="85725" indent="-85725">
              <a:lnSpc>
                <a:spcPts val="1838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调不通有 FALLBACK,不白屏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00700" y="1676400"/>
            <a:ext cx="3009900" cy="2247900"/>
          </a:xfrm>
          <a:prstGeom prst="rect">
            <a:avLst/>
          </a:prstGeom>
          <a:solidFill>
            <a:srgbClr val="EAF0F6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72150" y="1866900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已验证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72150" y="2152650"/>
            <a:ext cx="1714500" cy="745629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5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 uvicorn 起</a:t>
            </a:r>
            <a:endParaRPr lang="en-US" sz="975" dirty="0"/>
          </a:p>
          <a:p>
            <a:pPr algn="l" marL="85725" indent="-85725">
              <a:lnSpc>
                <a:spcPts val="165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危机拦截生效</a:t>
            </a:r>
            <a:endParaRPr lang="en-US" sz="975" dirty="0"/>
          </a:p>
          <a:p>
            <a:pPr algn="l" marL="85725" indent="-85725">
              <a:lnSpc>
                <a:spcPts val="165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优雅降级生效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772150" y="3352800"/>
            <a:ext cx="17487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照它改成你的项目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怎么用 · SKILLS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六个教练 skill + 三个平台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/build-* · /ship-* 教练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3900" y="2152650"/>
            <a:ext cx="35052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build: backend · frontend · connect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ship: static · backend · golive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分步陪跑 · 自动扫 sk- · 不甩全部命令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68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三个平台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76800" y="2152650"/>
            <a:ext cx="35052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 Pages —— 静态前端(免费)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Railway —— Python 后端(默认)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Vercel —— 免费替代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400" y="40767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红线:key 只在后端;危机由代码兜底;上线才有 impact。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· Build 与 Ship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1430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带走三句话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33400" y="1485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752600"/>
            <a:ext cx="78501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「key 只能待在后端,前端是公开的。」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33400" y="2209800"/>
            <a:ext cx="78501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「危机由确定性代码兜底,不只靠模型自觉。」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33400" y="2667000"/>
            <a:ext cx="78501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「不上线,就没有 impact。」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33400" y="342900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你不需要会写代码——你需要看懂架构、守住安全、把它送上线。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郑先隽 · 北京师范大学心理学部 · 人本 AI 设计与创新 · i2i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2026-07-08T12:38:13Z</dcterms:created>
  <dcterms:modified xsi:type="dcterms:W3CDTF">2026-07-08T12:38:13Z</dcterms:modified>
</cp:coreProperties>
</file>